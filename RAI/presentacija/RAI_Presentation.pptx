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štafeta ]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 za mariborska igrišča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Timotej Žavski  ·  Srećko Ivanović  ·  Azur Demirović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 · 2025/26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problem ]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Maribor ima 46 javnih igrišč.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Nihče ne ve, kdo jih uporablja, kdaj so polna, katera samevajo.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7432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telefoni že imajo GPS + merilnik pospeška.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smo zgradili sistem, ki te podatke pobere, agregira in prikaže.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podatki ]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0" y="14630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igrišč z maribor.si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Cheerio + Nominatim geokodiranje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0" y="25603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pospeškomer iz NPO mobilne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aplikacije v realnem času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36576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meritve +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registracija naprav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pipeline ]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71500" y="2011680"/>
            <a:ext cx="114300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1500" y="201168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14500" y="201168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43100" y="2011680"/>
            <a:ext cx="114300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43100" y="201168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86100" y="201168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14700" y="2011680"/>
            <a:ext cx="114300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4700" y="201168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sensor_measurements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7700" y="201168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86300" y="2011680"/>
            <a:ext cx="114300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6300" y="201168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agregacija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(5min / 1h / dan)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29300" y="201168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57900" y="2011680"/>
            <a:ext cx="114300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7900" y="201168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00900" y="201168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29500" y="2011680"/>
            <a:ext cx="114300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9500" y="201168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user.stats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nikoli ne bere surovih meritev — vedno pre-agregirane podatke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imzav/Desktop/projektne_naloge/RAI/presentacija/screenshots/01_a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8595360" cy="537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prijava z JWT  ·  3D košarkarsko igrišče v ozadju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imzav/Desktop/projektne_naloge/RAI/presentacija/screenshots/02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8595360" cy="537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pregled: 65 uporabnikov  ·  46 igrišč  ·  dva svetova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imzav/Desktop/projektne_naloge/RAI/presentacija/screenshots/03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8595360" cy="537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users ]  ·  heatmap aktivnosti  ·  top uporabniki  ·  tedenski trend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imzav/Desktop/projektne_naloge/RAI/presentacija/screenshots/04_user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8595360" cy="537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uporabnika  ·  persona  ·  obiskana igrišča na zemljevidu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imzav/Desktop/projektne_naloge/RAI/presentacija/screenshots/05_cou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8595360" cy="537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courts ]  ·  vsa igrišča na zemljevidu Maribora  ·  velikost = obiski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imzav/Desktop/projektne_naloge/RAI/presentacija/screenshots/06_court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8595360" cy="537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igrišča  ·  KPI  ·  heatmap gneče  ·  top obiskovalci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demo ]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zdaj vam pokažemo v živo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štafeta · RAI Admin Panel</dc:title>
  <dc:subject>PptxGenJS Presentation</dc:subject>
  <dc:creator>Timotej Žavski, Srećko Ivanović, Azur Demirović</dc:creator>
  <cp:lastModifiedBy>Timotej Žavski, Srećko Ivanović, Azur Demirović</cp:lastModifiedBy>
  <cp:revision>1</cp:revision>
  <dcterms:created xsi:type="dcterms:W3CDTF">2026-06-07T19:55:28Z</dcterms:created>
  <dcterms:modified xsi:type="dcterms:W3CDTF">2026-06-07T19:55:28Z</dcterms:modified>
</cp:coreProperties>
</file>